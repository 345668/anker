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568" y="1371600"/>
            <a:ext cx="2194560" cy="9576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42316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 overview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640080" y="37033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266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Sample fund presentation. Replace with the authorized fund’s name and vintage.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5455768" y="5669280"/>
            <a:ext cx="1280160" cy="73152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Investment mandate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Define stage, sectors and geography.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the fund’s differentiation with supporting evidence.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Describe the opportunity and source the market evidence.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why the mandate fits the current opportunity set.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Portfolio construction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 target portfolio size and initial check range.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reserves, ownership targets and concentration limits.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Sourcing and investment process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Describe sourcing channels and screening criteria.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diligence and investment committee responsibilities.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Portfolio and track record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Include only authorized, attributable investment data.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Label unrealized versus realized performance and the valuation date.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and fund operations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Introduce the investment team and relevant experience.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Describe reporting, administration and governance arrangements.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5146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Fundraising and next steps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640080" y="3886200"/>
            <a:ext cx="109115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66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verified fund terms, fundraising status and contact details.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Anker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Fund overview</dc:title>
  <dc:subject>PptxGenJS Presentation</dc:subject>
  <dc:creator>Anker</dc:creator>
  <cp:lastModifiedBy>Anker</cp:lastModifiedBy>
  <cp:revision>1</cp:revision>
  <dcterms:created xsi:type="dcterms:W3CDTF">2026-09-12T13:32:32Z</dcterms:created>
  <dcterms:modified xsi:type="dcterms:W3CDTF">2026-09-12T13:32:32Z</dcterms:modified>
</cp:coreProperties>
</file>