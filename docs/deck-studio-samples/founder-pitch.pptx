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8568" y="1371600"/>
            <a:ext cx="2194560" cy="95762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42316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company</a:t>
            </a:r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640080" y="37033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266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Sample founder pitch. Replace with your company’s one-line description.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5455768" y="5669280"/>
            <a:ext cx="1280160" cy="73152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 problem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Who experiences the problem and how often?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does the current workaround cost?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a sourced customer observation.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 and customer outcome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Describe the core product workflow.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 the measurable outcome for the customer.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a product demonstration link in the speaker notes.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 and timing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Define your initial customer segment.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Size the reachable market using a stated method.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 the change that makes this opportunity timely.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Traction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dated revenue, usage or pilot evidence.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Separate paying customers from trials and pipeline.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Include the measurement period and source.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Describe pricing and who pays.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 gross margin and customer acquisition assumptions.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 the sales process and expected payback.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and execution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Introduce the team with relevant evidence.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Identify the next operating milestones.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the capabilities you still need to hire.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5146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Funding and next milestones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640080" y="3886200"/>
            <a:ext cx="109115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66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the round amount, use of funds, target runway and contact details.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Anker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Founder pitch</dc:title>
  <dc:subject>PptxGenJS Presentation</dc:subject>
  <dc:creator>Anker</dc:creator>
  <cp:lastModifiedBy>Anker</cp:lastModifiedBy>
  <cp:revision>1</cp:revision>
  <dcterms:created xsi:type="dcterms:W3CDTF">2026-09-12T13:32:32Z</dcterms:created>
  <dcterms:modified xsi:type="dcterms:W3CDTF">2026-09-12T13:32:32Z</dcterms:modified>
</cp:coreProperties>
</file>