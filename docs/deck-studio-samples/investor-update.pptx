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structure. Replace prompts with verified facts and sources before sharing.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8568" y="1371600"/>
            <a:ext cx="2194560" cy="95762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42316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Company investor update</a:t>
            </a:r>
            <a:endParaRPr lang="en-US" sz="5400" dirty="0"/>
          </a:p>
        </p:txBody>
      </p:sp>
      <p:sp>
        <p:nvSpPr>
          <p:cNvPr id="5" name="Text 1"/>
          <p:cNvSpPr/>
          <p:nvPr/>
        </p:nvSpPr>
        <p:spPr>
          <a:xfrm>
            <a:off x="640080" y="37033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266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Sample update. Add company name and reporting period.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5455768" y="5669280"/>
            <a:ext cx="1280160" cy="73152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Progress against plan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Report the previous period’s milestones.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Explain material variances and corrective action.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Operating metrics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Include revenue and customer measures with their definitions.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Compare the current period with the previous period.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Separate actual results from forecasts.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Cash and runway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cash balance and the measurement date.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State monthly net cash flow and scenario assumptions.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Identify any expected financing dependency.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5029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Priorities and risks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463040"/>
            <a:ext cx="10911535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 the next milestones and their owners.</a:t>
            </a:r>
            <a:endParaRPr lang="en-US" sz="1800" dirty="0"/>
          </a:p>
          <a:p>
            <a:pPr>
              <a:spcAft>
                <a:spcPts val="800"/>
              </a:spcAft>
            </a:pPr>
            <a:r>
              <a:rPr lang="en-US" sz="1800" dirty="0">
                <a:solidFill>
                  <a:srgbClr val="142B4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Describe the most material unresolved risk.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3C56"/>
          </a:solidFill>
          <a:ln w="12700">
            <a:solidFill>
              <a:srgbClr val="163C5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256032"/>
            <a:ext cx="1097280" cy="478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5146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63C5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investors can help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640080" y="3886200"/>
            <a:ext cx="109115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66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specific introductions, hiring needs or customer requests and a contact.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Anker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Investor update</dc:title>
  <dc:subject>PptxGenJS Presentation</dc:subject>
  <dc:creator>Anker</dc:creator>
  <cp:lastModifiedBy>Anker</cp:lastModifiedBy>
  <cp:revision>1</cp:revision>
  <dcterms:created xsi:type="dcterms:W3CDTF">2026-09-12T13:32:32Z</dcterms:created>
  <dcterms:modified xsi:type="dcterms:W3CDTF">2026-09-12T13:32:32Z</dcterms:modified>
</cp:coreProperties>
</file>